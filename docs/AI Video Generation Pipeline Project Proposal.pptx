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60"/>
        <p:guide pos="3840"/>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slideLayout" Target="../slideLayouts/slideLayout1.xml"/><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68.xml"/><Relationship Id="rId2" Type="http://schemas.openxmlformats.org/officeDocument/2006/relationships/tags" Target="../tags/tag67.xml"/><Relationship Id="rId1" Type="http://schemas.openxmlformats.org/officeDocument/2006/relationships/tags" Target="../tags/tag66.xml"/></Relationships>
</file>

<file path=ppt/slides/_rels/slide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1.xml"/><Relationship Id="rId2" Type="http://schemas.openxmlformats.org/officeDocument/2006/relationships/tags" Target="../tags/tag70.xml"/><Relationship Id="rId1" Type="http://schemas.openxmlformats.org/officeDocument/2006/relationships/tags" Target="../tags/tag69.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3.xml"/><Relationship Id="rId1" Type="http://schemas.openxmlformats.org/officeDocument/2006/relationships/tags" Target="../tags/tag7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75.xml"/><Relationship Id="rId1" Type="http://schemas.openxmlformats.org/officeDocument/2006/relationships/tags" Target="../tags/tag74.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tags" Target="../tags/tag7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en-US" altLang="zh-CN"/>
              <a:t>AI Video Generation Pipeline Project Proposal</a:t>
            </a:r>
            <a:endParaRPr lang="en-US" altLang="zh-CN"/>
          </a:p>
        </p:txBody>
      </p:sp>
      <p:sp>
        <p:nvSpPr>
          <p:cNvPr id="3" name="副标题 2"/>
          <p:cNvSpPr>
            <a:spLocks noGrp="1"/>
          </p:cNvSpPr>
          <p:nvPr>
            <p:ph type="subTitle" idx="1"/>
            <p:custDataLst>
              <p:tags r:id="rId2"/>
            </p:custDataLst>
          </p:nvPr>
        </p:nvSpPr>
        <p:spPr>
          <a:xfrm>
            <a:off x="6847205" y="3560445"/>
            <a:ext cx="5344795" cy="3297555"/>
          </a:xfrm>
        </p:spPr>
        <p:txBody>
          <a:bodyPr>
            <a:normAutofit lnSpcReduction="20000"/>
          </a:bodyPr>
          <a:p>
            <a:pPr algn="l"/>
            <a:r>
              <a:rPr lang="en-US" altLang="zh-CN"/>
              <a:t>Advanced Software Technology</a:t>
            </a:r>
            <a:endParaRPr lang="en-US" altLang="zh-CN"/>
          </a:p>
          <a:p>
            <a:pPr algn="l"/>
            <a:r>
              <a:rPr lang="en-US" altLang="zh-CN"/>
              <a:t>Group members:</a:t>
            </a:r>
            <a:endParaRPr lang="en-US" altLang="zh-CN"/>
          </a:p>
          <a:p>
            <a:pPr algn="l"/>
            <a:r>
              <a:rPr lang="en-US" altLang="zh-CN"/>
              <a:t>  Liu Shuaizhen</a:t>
            </a:r>
            <a:endParaRPr lang="en-US" altLang="zh-CN"/>
          </a:p>
          <a:p>
            <a:pPr algn="l"/>
            <a:r>
              <a:rPr lang="en-US" altLang="zh-CN"/>
              <a:t>  Li Xinying</a:t>
            </a:r>
            <a:endParaRPr lang="en-US" altLang="zh-CN"/>
          </a:p>
          <a:p>
            <a:pPr algn="l"/>
            <a:r>
              <a:rPr lang="en-US" altLang="zh-CN"/>
              <a:t>  Wu Ke</a:t>
            </a:r>
            <a:endParaRPr lang="en-US" altLang="zh-CN"/>
          </a:p>
          <a:p>
            <a:pPr algn="l"/>
            <a:r>
              <a:rPr lang="en-US" altLang="zh-CN"/>
              <a:t>  Lu Yi</a:t>
            </a:r>
            <a:endParaRPr lang="en-US" altLang="zh-CN"/>
          </a:p>
          <a:p>
            <a:pPr algn="l"/>
            <a:r>
              <a:rPr lang="en-US" altLang="zh-CN"/>
              <a:t>  Hu Yuxuan</a:t>
            </a:r>
            <a:endParaRPr lang="en-US" altLang="zh-CN"/>
          </a:p>
        </p:txBody>
      </p:sp>
    </p:spTree>
    <p:custDataLst>
      <p:tags r:id="rId3"/>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70" y="70"/>
            <a:ext cx="10969200" cy="705600"/>
          </a:xfrm>
        </p:spPr>
        <p:txBody>
          <a:bodyPr/>
          <a:p>
            <a:r>
              <a:rPr lang="en-US" altLang="zh-CN"/>
              <a:t>1. Project Background</a:t>
            </a:r>
            <a:endParaRPr lang="en-US" altLang="zh-CN"/>
          </a:p>
        </p:txBody>
      </p:sp>
      <p:sp>
        <p:nvSpPr>
          <p:cNvPr id="3" name="内容占位符 2"/>
          <p:cNvSpPr>
            <a:spLocks noGrp="1"/>
          </p:cNvSpPr>
          <p:nvPr>
            <p:ph idx="1"/>
            <p:custDataLst>
              <p:tags r:id="rId2"/>
            </p:custDataLst>
          </p:nvPr>
        </p:nvSpPr>
        <p:spPr>
          <a:xfrm>
            <a:off x="70" y="1144960"/>
            <a:ext cx="10969200" cy="4759200"/>
          </a:xfrm>
        </p:spPr>
        <p:txBody>
          <a:bodyPr>
            <a:normAutofit fontScale="90000" lnSpcReduction="20000"/>
          </a:bodyPr>
          <a:p>
            <a:r>
              <a:rPr lang="en-US" altLang="zh-CN" b="1"/>
              <a:t>With the rapid development of generative AI technologies, AI systems are now capable of generating videos, images, and storylines automatically. Companies such as OpenAI with its model Sora, and Google with Veo, have demonstrated the great potential of AI video generation.</a:t>
            </a:r>
            <a:endParaRPr lang="en-US" altLang="zh-CN" b="1"/>
          </a:p>
          <a:p>
            <a:endParaRPr lang="en-US" altLang="zh-CN" b="1"/>
          </a:p>
          <a:p>
            <a:r>
              <a:rPr lang="en-US" altLang="zh-CN" b="1"/>
              <a:t>However, current AI-generated videos still have several problems:</a:t>
            </a:r>
            <a:endParaRPr lang="en-US" altLang="zh-CN" b="1"/>
          </a:p>
          <a:p>
            <a:r>
              <a:rPr lang="en-US" altLang="zh-CN" b="1"/>
              <a:t>	The storyline is not coherent</a:t>
            </a:r>
            <a:endParaRPr lang="en-US" altLang="zh-CN" b="1"/>
          </a:p>
          <a:p>
            <a:r>
              <a:rPr lang="en-US" altLang="zh-CN" b="1"/>
              <a:t>	The visual style is inconsistent</a:t>
            </a:r>
            <a:endParaRPr lang="en-US" altLang="zh-CN" b="1"/>
          </a:p>
          <a:p>
            <a:r>
              <a:rPr lang="en-US" altLang="zh-CN" b="1"/>
              <a:t>	The editing between clips is unnatural</a:t>
            </a:r>
            <a:endParaRPr lang="en-US" altLang="zh-CN" b="1"/>
          </a:p>
          <a:p>
            <a:endParaRPr lang="en-US" altLang="zh-CN" b="1"/>
          </a:p>
          <a:p>
            <a:r>
              <a:rPr lang="en-US" altLang="zh-CN" b="1"/>
              <a:t>Therefore, our goal is to build a complete AI video generation pipeline, including:</a:t>
            </a:r>
            <a:endParaRPr lang="en-US" altLang="zh-CN" b="1"/>
          </a:p>
          <a:p>
            <a:endParaRPr lang="en-US" altLang="zh-CN" b="1"/>
          </a:p>
          <a:p>
            <a:r>
              <a:rPr lang="en-US" altLang="zh-CN" b="1"/>
              <a:t>Story generation </a:t>
            </a:r>
            <a:r>
              <a:rPr lang="en-US" altLang="en-US" b="1"/>
              <a:t>→</a:t>
            </a:r>
            <a:r>
              <a:rPr lang="en-US" altLang="zh-CN" b="1"/>
              <a:t> Video generation </a:t>
            </a:r>
            <a:r>
              <a:rPr lang="en-US" altLang="en-US" b="1"/>
              <a:t>→</a:t>
            </a:r>
            <a:r>
              <a:rPr lang="en-US" altLang="zh-CN" b="1"/>
              <a:t> Editing &amp; composition </a:t>
            </a:r>
            <a:r>
              <a:rPr lang="en-US" altLang="en-US" b="1"/>
              <a:t>→</a:t>
            </a:r>
            <a:r>
              <a:rPr lang="en-US" altLang="zh-CN" b="1"/>
              <a:t> Final short film</a:t>
            </a:r>
            <a:endParaRPr lang="en-US" altLang="zh-CN" b="1"/>
          </a:p>
        </p:txBody>
      </p:sp>
    </p:spTree>
    <p:custDataLst>
      <p:tags r:id="rId3"/>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a:xfrm>
            <a:off x="70" y="70"/>
            <a:ext cx="10969200" cy="705600"/>
          </a:xfrm>
        </p:spPr>
        <p:txBody>
          <a:bodyPr/>
          <a:p>
            <a:r>
              <a:rPr lang="en-US" altLang="zh-CN"/>
              <a:t>2. Problems We May Encounter</a:t>
            </a:r>
            <a:endParaRPr lang="en-US" altLang="zh-CN"/>
          </a:p>
        </p:txBody>
      </p:sp>
      <p:sp>
        <p:nvSpPr>
          <p:cNvPr id="3" name="内容占位符 2"/>
          <p:cNvSpPr>
            <a:spLocks noGrp="1"/>
          </p:cNvSpPr>
          <p:nvPr>
            <p:ph idx="1"/>
            <p:custDataLst>
              <p:tags r:id="rId2"/>
            </p:custDataLst>
          </p:nvPr>
        </p:nvSpPr>
        <p:spPr>
          <a:xfrm>
            <a:off x="0" y="900430"/>
            <a:ext cx="12192635" cy="5957570"/>
          </a:xfrm>
        </p:spPr>
        <p:txBody>
          <a:bodyPr>
            <a:normAutofit fontScale="55000"/>
          </a:bodyPr>
          <a:p>
            <a:r>
              <a:rPr lang="en-US" altLang="zh-CN" sz="2000" b="1"/>
              <a:t>1. Incoherent Story Generation</a:t>
            </a:r>
            <a:endParaRPr lang="en-US" altLang="zh-CN"/>
          </a:p>
          <a:p>
            <a:r>
              <a:rPr lang="en-US" altLang="zh-CN"/>
              <a:t>AI-generated videos are often independent clips with problems such as:</a:t>
            </a:r>
            <a:endParaRPr lang="en-US" altLang="zh-CN"/>
          </a:p>
          <a:p>
            <a:pPr marL="0" indent="0">
              <a:buNone/>
            </a:pPr>
            <a:r>
              <a:rPr lang="en-US" altLang="zh-CN"/>
              <a:t>         Characters suddenly changing</a:t>
            </a:r>
            <a:endParaRPr lang="en-US" altLang="zh-CN"/>
          </a:p>
          <a:p>
            <a:pPr marL="0" indent="0">
              <a:buNone/>
            </a:pPr>
            <a:r>
              <a:rPr lang="en-US" altLang="zh-CN"/>
              <a:t>         Scene logic inconsistencies</a:t>
            </a:r>
            <a:endParaRPr lang="en-US" altLang="zh-CN"/>
          </a:p>
          <a:p>
            <a:pPr marL="0" indent="0">
              <a:buNone/>
            </a:pPr>
            <a:r>
              <a:rPr lang="en-US" altLang="zh-CN"/>
              <a:t>         No clear story structure</a:t>
            </a:r>
            <a:endParaRPr lang="en-US" altLang="zh-CN"/>
          </a:p>
          <a:p>
            <a:r>
              <a:rPr lang="en-US" altLang="zh-CN"/>
              <a:t>Reasons:</a:t>
            </a:r>
            <a:endParaRPr lang="en-US" altLang="zh-CN"/>
          </a:p>
          <a:p>
            <a:pPr marL="0" indent="0">
              <a:buNone/>
            </a:pPr>
            <a:r>
              <a:rPr lang="en-US" altLang="zh-CN"/>
              <a:t>         Prompts lack contextual memory</a:t>
            </a:r>
            <a:endParaRPr lang="en-US" altLang="zh-CN"/>
          </a:p>
          <a:p>
            <a:pPr marL="0" indent="0">
              <a:buNone/>
            </a:pPr>
            <a:r>
              <a:rPr lang="en-US" altLang="zh-CN"/>
              <a:t>         Models struggle with long narrative structure</a:t>
            </a:r>
            <a:endParaRPr lang="en-US" altLang="zh-CN"/>
          </a:p>
          <a:p>
            <a:pPr marL="0" indent="0">
              <a:buNone/>
            </a:pPr>
            <a:r>
              <a:rPr lang="en-US" altLang="zh-CN" b="1">
                <a:sym typeface="+mn-ea"/>
              </a:rPr>
              <a:t>2. Inconsistent Visual Style</a:t>
            </a:r>
            <a:endParaRPr lang="en-US" altLang="zh-CN"/>
          </a:p>
          <a:p>
            <a:pPr marL="0" indent="0">
              <a:buNone/>
            </a:pPr>
            <a:r>
              <a:rPr lang="en-US" altLang="zh-CN">
                <a:sym typeface="+mn-ea"/>
              </a:rPr>
              <a:t>Common issues include:</a:t>
            </a:r>
            <a:endParaRPr lang="en-US" altLang="zh-CN"/>
          </a:p>
          <a:p>
            <a:pPr marL="0" indent="0">
              <a:buNone/>
            </a:pPr>
            <a:r>
              <a:rPr lang="en-US" altLang="zh-CN">
                <a:sym typeface="+mn-ea"/>
              </a:rPr>
              <a:t>	Characters’ faces changing</a:t>
            </a:r>
            <a:endParaRPr lang="en-US" altLang="zh-CN"/>
          </a:p>
          <a:p>
            <a:pPr marL="0" indent="0">
              <a:buNone/>
            </a:pPr>
            <a:r>
              <a:rPr lang="en-US" altLang="zh-CN">
                <a:sym typeface="+mn-ea"/>
              </a:rPr>
              <a:t>	Different artistic styles between scenes</a:t>
            </a:r>
            <a:endParaRPr lang="en-US" altLang="zh-CN"/>
          </a:p>
          <a:p>
            <a:pPr marL="0" indent="0">
              <a:buNone/>
            </a:pPr>
            <a:r>
              <a:rPr lang="en-US" altLang="zh-CN">
                <a:sym typeface="+mn-ea"/>
              </a:rPr>
              <a:t>	Inconsistent colors or lightin</a:t>
            </a:r>
            <a:endParaRPr lang="en-US" altLang="zh-CN"/>
          </a:p>
          <a:p>
            <a:pPr marL="0" indent="0">
              <a:buNone/>
            </a:pPr>
            <a:r>
              <a:rPr lang="en-US" altLang="zh-CN">
                <a:sym typeface="+mn-ea"/>
              </a:rPr>
              <a:t>Reasons:</a:t>
            </a:r>
            <a:endParaRPr lang="en-US" altLang="zh-CN"/>
          </a:p>
          <a:p>
            <a:pPr marL="0" indent="0">
              <a:buNone/>
            </a:pPr>
            <a:r>
              <a:rPr lang="en-US" altLang="zh-CN">
                <a:sym typeface="+mn-ea"/>
              </a:rPr>
              <a:t>	Each clip is generated independently</a:t>
            </a:r>
            <a:endParaRPr lang="en-US" altLang="zh-CN"/>
          </a:p>
          <a:p>
            <a:pPr marL="0" indent="0">
              <a:buNone/>
            </a:pPr>
            <a:r>
              <a:rPr lang="en-US" altLang="zh-CN">
                <a:sym typeface="+mn-ea"/>
              </a:rPr>
              <a:t>	Different seeds are used</a:t>
            </a:r>
            <a:endParaRPr lang="en-US" altLang="zh-CN"/>
          </a:p>
          <a:p>
            <a:pPr marL="0" indent="0">
              <a:buNone/>
            </a:pPr>
            <a:r>
              <a:rPr lang="en-US" altLang="zh-CN">
                <a:sym typeface="+mn-ea"/>
              </a:rPr>
              <a:t>	Prompts are not standardized</a:t>
            </a:r>
            <a:endParaRPr lang="en-US" altLang="zh-CN"/>
          </a:p>
          <a:p>
            <a:pPr marL="0" indent="0">
              <a:buNone/>
            </a:pPr>
            <a:endParaRPr lang="en-US" altLang="zh-CN"/>
          </a:p>
        </p:txBody>
      </p:sp>
    </p:spTree>
    <p:custDataLst>
      <p:tags r:id="rId3"/>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0" y="0"/>
            <a:ext cx="5039360" cy="6858635"/>
          </a:xfrm>
        </p:spPr>
        <p:txBody>
          <a:bodyPr>
            <a:normAutofit fontScale="80000"/>
          </a:bodyPr>
          <a:p>
            <a:r>
              <a:rPr lang="en-US" altLang="zh-CN" sz="2000" b="1">
                <a:sym typeface="+mn-ea"/>
              </a:rPr>
              <a:t>3. Unnatural Video Editing</a:t>
            </a:r>
            <a:endParaRPr lang="en-US" altLang="zh-CN" sz="2000"/>
          </a:p>
          <a:p>
            <a:r>
              <a:rPr lang="en-US" altLang="zh-CN" sz="2000">
                <a:sym typeface="+mn-ea"/>
              </a:rPr>
              <a:t>After combining AI-generated clips:</a:t>
            </a:r>
            <a:endParaRPr lang="en-US" altLang="zh-CN" sz="2000"/>
          </a:p>
          <a:p>
            <a:pPr marL="0" indent="0">
              <a:buNone/>
            </a:pPr>
            <a:r>
              <a:rPr lang="en-US" altLang="zh-CN" sz="2000">
                <a:sym typeface="+mn-ea"/>
              </a:rPr>
              <a:t>         The rhythm is messy</a:t>
            </a:r>
            <a:endParaRPr lang="en-US" altLang="zh-CN" sz="2000"/>
          </a:p>
          <a:p>
            <a:pPr marL="0" indent="0">
              <a:buNone/>
            </a:pPr>
            <a:r>
              <a:rPr lang="en-US" altLang="zh-CN" sz="2000">
                <a:sym typeface="+mn-ea"/>
              </a:rPr>
              <a:t>         Transitions are abrupt</a:t>
            </a:r>
            <a:endParaRPr lang="en-US" altLang="zh-CN" sz="2000"/>
          </a:p>
          <a:p>
            <a:pPr marL="0" indent="0">
              <a:buNone/>
            </a:pPr>
            <a:r>
              <a:rPr lang="en-US" altLang="zh-CN" sz="2000">
                <a:sym typeface="+mn-ea"/>
              </a:rPr>
              <a:t>         Clip lengths are mismatched</a:t>
            </a:r>
            <a:endParaRPr lang="en-US" altLang="zh-CN" sz="2000"/>
          </a:p>
          <a:p>
            <a:pPr marL="0" indent="0">
              <a:buNone/>
            </a:pPr>
            <a:r>
              <a:rPr lang="en-US" altLang="zh-CN" sz="2000">
                <a:sym typeface="+mn-ea"/>
              </a:rPr>
              <a:t>         Audio is not synchronized</a:t>
            </a:r>
            <a:endParaRPr lang="en-US" altLang="zh-CN" sz="2000">
              <a:sym typeface="+mn-ea"/>
            </a:endParaRPr>
          </a:p>
          <a:p>
            <a:pPr marL="0" indent="0">
              <a:buNone/>
            </a:pPr>
            <a:r>
              <a:rPr lang="en-US" altLang="zh-CN" b="1"/>
              <a:t>4. Pipeline Engineering Complexity</a:t>
            </a:r>
            <a:endParaRPr lang="en-US" altLang="zh-CN" b="1"/>
          </a:p>
          <a:p>
            <a:pPr marL="0" indent="0">
              <a:buNone/>
            </a:pPr>
            <a:r>
              <a:rPr lang="en-US" altLang="zh-CN"/>
              <a:t>We need to integrate multiple modules:</a:t>
            </a:r>
            <a:endParaRPr lang="en-US" altLang="zh-CN"/>
          </a:p>
          <a:p>
            <a:pPr marL="0" indent="0">
              <a:buNone/>
            </a:pPr>
            <a:r>
              <a:rPr lang="en-US" altLang="zh-CN"/>
              <a:t>	Text generation</a:t>
            </a:r>
            <a:endParaRPr lang="en-US" altLang="zh-CN"/>
          </a:p>
          <a:p>
            <a:pPr marL="0" indent="0">
              <a:buNone/>
            </a:pPr>
            <a:r>
              <a:rPr lang="en-US" altLang="zh-CN"/>
              <a:t>	Video generation</a:t>
            </a:r>
            <a:endParaRPr lang="en-US" altLang="zh-CN"/>
          </a:p>
          <a:p>
            <a:pPr marL="0" indent="0">
              <a:buNone/>
            </a:pPr>
            <a:r>
              <a:rPr lang="en-US" altLang="zh-CN"/>
              <a:t>	Audio generation</a:t>
            </a:r>
            <a:endParaRPr lang="en-US" altLang="zh-CN"/>
          </a:p>
          <a:p>
            <a:pPr marL="0" indent="0">
              <a:buNone/>
            </a:pPr>
            <a:r>
              <a:rPr lang="en-US" altLang="zh-CN"/>
              <a:t>	Editing and composition</a:t>
            </a:r>
            <a:endParaRPr lang="en-US" altLang="zh-CN"/>
          </a:p>
          <a:p>
            <a:pPr marL="0" indent="0">
              <a:buNone/>
            </a:pPr>
            <a:r>
              <a:rPr lang="en-US" altLang="zh-CN"/>
              <a:t>Problems include:</a:t>
            </a:r>
            <a:endParaRPr lang="en-US" altLang="zh-CN"/>
          </a:p>
          <a:p>
            <a:pPr marL="0" indent="0">
              <a:buNone/>
            </a:pPr>
            <a:r>
              <a:rPr lang="en-US" altLang="zh-CN"/>
              <a:t>	Complex API integration</a:t>
            </a:r>
            <a:endParaRPr lang="en-US" altLang="zh-CN"/>
          </a:p>
          <a:p>
            <a:pPr marL="0" indent="0">
              <a:buNone/>
            </a:pPr>
            <a:r>
              <a:rPr lang="en-US" altLang="zh-CN"/>
              <a:t>	Different data formats</a:t>
            </a:r>
            <a:endParaRPr lang="en-US" altLang="zh-CN"/>
          </a:p>
          <a:p>
            <a:pPr marL="0" indent="0">
              <a:buNone/>
            </a:pPr>
            <a:r>
              <a:rPr lang="en-US" altLang="zh-CN"/>
              <a:t>	Workflow management difficulties</a:t>
            </a:r>
            <a:endParaRPr lang="en-US" altLang="zh-CN"/>
          </a:p>
          <a:p>
            <a:pPr marL="0" indent="0">
              <a:buNone/>
            </a:pPr>
            <a:endParaRPr lang="en-US" altLang="zh-CN"/>
          </a:p>
        </p:txBody>
      </p:sp>
      <p:sp>
        <p:nvSpPr>
          <p:cNvPr id="4" name="文本框 3"/>
          <p:cNvSpPr txBox="1"/>
          <p:nvPr/>
        </p:nvSpPr>
        <p:spPr>
          <a:xfrm>
            <a:off x="5199380" y="0"/>
            <a:ext cx="5378450" cy="5100955"/>
          </a:xfrm>
          <a:prstGeom prst="rect">
            <a:avLst/>
          </a:prstGeom>
          <a:noFill/>
        </p:spPr>
        <p:txBody>
          <a:bodyPr wrap="square" rtlCol="0">
            <a:noAutofit/>
          </a:bodyPr>
          <a:p>
            <a:r>
              <a:rPr lang="en-US" altLang="zh-CN"/>
              <a:t>5. Cost and Time Constraints</a:t>
            </a:r>
            <a:endParaRPr lang="en-US" altLang="zh-CN"/>
          </a:p>
          <a:p>
            <a:endParaRPr lang="en-US" altLang="zh-CN"/>
          </a:p>
          <a:p>
            <a:r>
              <a:rPr lang="en-US" altLang="zh-CN"/>
              <a:t>AI video generation:</a:t>
            </a:r>
            <a:endParaRPr lang="en-US" altLang="zh-CN"/>
          </a:p>
          <a:p>
            <a:r>
              <a:rPr lang="en-US" altLang="zh-CN"/>
              <a:t>	•	Has high API cost</a:t>
            </a:r>
            <a:endParaRPr lang="en-US" altLang="zh-CN"/>
          </a:p>
          <a:p>
            <a:r>
              <a:rPr lang="en-US" altLang="zh-CN"/>
              <a:t>	•	Takes long generation time</a:t>
            </a:r>
            <a:endParaRPr lang="en-US" altLang="zh-CN"/>
          </a:p>
          <a:p>
            <a:endParaRPr lang="en-US" altLang="zh-CN"/>
          </a:p>
        </p:txBody>
      </p:sp>
    </p:spTree>
    <p:custDataLst>
      <p:tags r:id="rId2"/>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内容占位符 3"/>
          <p:cNvSpPr/>
          <p:nvPr>
            <p:ph idx="1"/>
            <p:custDataLst>
              <p:tags r:id="rId1"/>
            </p:custDataLst>
          </p:nvPr>
        </p:nvSpPr>
        <p:spPr>
          <a:xfrm>
            <a:off x="-635" y="0"/>
            <a:ext cx="7213600" cy="6858000"/>
          </a:xfrm>
        </p:spPr>
        <p:txBody>
          <a:bodyPr>
            <a:normAutofit lnSpcReduction="20000"/>
          </a:bodyPr>
          <a:p>
            <a:r>
              <a:rPr lang="en-US" altLang="zh-CN" sz="2500" b="1"/>
              <a:t>3. Our Ideas (Solutions)</a:t>
            </a:r>
            <a:endParaRPr lang="en-US" altLang="zh-CN" sz="2500" b="1"/>
          </a:p>
          <a:p>
            <a:r>
              <a:rPr lang="en-US" altLang="zh-CN" sz="2250"/>
              <a:t>1. Design a Complete AI Video Pipeline</a:t>
            </a:r>
            <a:endParaRPr lang="en-US" altLang="zh-CN" sz="2250"/>
          </a:p>
          <a:p>
            <a:r>
              <a:rPr lang="en-US" altLang="zh-CN"/>
              <a:t>We plan to build five modules:</a:t>
            </a:r>
            <a:endParaRPr lang="en-US" altLang="zh-CN"/>
          </a:p>
          <a:p>
            <a:r>
              <a:rPr lang="en-US" altLang="en-US"/>
              <a:t>①</a:t>
            </a:r>
            <a:r>
              <a:rPr lang="en-US" altLang="zh-CN"/>
              <a:t> Story Generation Module</a:t>
            </a:r>
            <a:endParaRPr lang="en-US" altLang="zh-CN"/>
          </a:p>
          <a:p>
            <a:pPr marL="0" indent="0">
              <a:buNone/>
            </a:pPr>
            <a:r>
              <a:rPr lang="en-US" altLang="zh-CN"/>
              <a:t>   Use an LLM to automatically generate:</a:t>
            </a:r>
            <a:endParaRPr lang="en-US" altLang="zh-CN"/>
          </a:p>
          <a:p>
            <a:pPr marL="0" indent="0">
              <a:buNone/>
            </a:pPr>
            <a:r>
              <a:rPr lang="en-US" altLang="zh-CN"/>
              <a:t>	Story outline</a:t>
            </a:r>
            <a:endParaRPr lang="en-US" altLang="zh-CN"/>
          </a:p>
          <a:p>
            <a:pPr marL="0" indent="0">
              <a:buNone/>
            </a:pPr>
            <a:r>
              <a:rPr lang="en-US" altLang="zh-CN"/>
              <a:t>	Storyboard script</a:t>
            </a:r>
            <a:endParaRPr lang="en-US" altLang="zh-CN"/>
          </a:p>
          <a:p>
            <a:pPr marL="0" indent="0">
              <a:buNone/>
            </a:pPr>
            <a:r>
              <a:rPr lang="en-US" altLang="zh-CN"/>
              <a:t>	Prompts for each scene</a:t>
            </a:r>
            <a:endParaRPr lang="en-US" altLang="zh-CN"/>
          </a:p>
          <a:p>
            <a:r>
              <a:rPr lang="en-US" altLang="en-US"/>
              <a:t>②</a:t>
            </a:r>
            <a:r>
              <a:rPr lang="en-US" altLang="zh-CN"/>
              <a:t> Video Generation Module</a:t>
            </a:r>
            <a:endParaRPr lang="en-US" altLang="zh-CN"/>
          </a:p>
          <a:p>
            <a:r>
              <a:rPr lang="en-US" altLang="zh-CN"/>
              <a:t>Generate video clips for each scene using AI video APIs:</a:t>
            </a:r>
            <a:endParaRPr lang="en-US" altLang="zh-CN"/>
          </a:p>
          <a:p>
            <a:pPr marL="0" indent="0">
              <a:buNone/>
            </a:pPr>
            <a:r>
              <a:rPr lang="en-US" altLang="zh-CN"/>
              <a:t>	Fixed character descriptions</a:t>
            </a:r>
            <a:endParaRPr lang="en-US" altLang="zh-CN"/>
          </a:p>
          <a:p>
            <a:pPr marL="0" indent="0">
              <a:buNone/>
            </a:pPr>
            <a:r>
              <a:rPr lang="en-US" altLang="zh-CN"/>
              <a:t>	Fixed style keywords</a:t>
            </a:r>
            <a:endParaRPr lang="en-US" altLang="zh-CN"/>
          </a:p>
          <a:p>
            <a:pPr marL="0" indent="0">
              <a:buNone/>
            </a:pPr>
            <a:r>
              <a:rPr lang="en-US" altLang="zh-CN"/>
              <a:t>	Controlled seed values</a:t>
            </a:r>
            <a:endParaRPr lang="en-US" altLang="zh-CN"/>
          </a:p>
          <a:p>
            <a:pPr marL="0" indent="0">
              <a:buNone/>
            </a:pPr>
            <a:r>
              <a:rPr lang="en-US" altLang="zh-CN"/>
              <a:t>	Controlled clip duration</a:t>
            </a:r>
            <a:endParaRPr lang="en-US" altLang="zh-CN"/>
          </a:p>
        </p:txBody>
      </p:sp>
      <p:sp>
        <p:nvSpPr>
          <p:cNvPr id="5" name="文本框 4"/>
          <p:cNvSpPr txBox="1"/>
          <p:nvPr/>
        </p:nvSpPr>
        <p:spPr>
          <a:xfrm>
            <a:off x="6073775" y="1470025"/>
            <a:ext cx="6118225" cy="5833745"/>
          </a:xfrm>
          <a:prstGeom prst="rect">
            <a:avLst/>
          </a:prstGeom>
          <a:noFill/>
        </p:spPr>
        <p:txBody>
          <a:bodyPr wrap="square" rtlCol="0">
            <a:noAutofit/>
          </a:bodyPr>
          <a:p>
            <a:r>
              <a:rPr lang="en-US" altLang="en-US"/>
              <a:t>③</a:t>
            </a:r>
            <a:r>
              <a:rPr lang="en-US" altLang="zh-CN"/>
              <a:t> Style Consistency Module</a:t>
            </a:r>
            <a:endParaRPr lang="en-US" altLang="zh-CN"/>
          </a:p>
          <a:p>
            <a:endParaRPr lang="en-US" altLang="zh-CN"/>
          </a:p>
          <a:p>
            <a:r>
              <a:rPr lang="en-US" altLang="zh-CN"/>
              <a:t>We will keep a unified visual style by:</a:t>
            </a:r>
            <a:endParaRPr lang="en-US" altLang="zh-CN"/>
          </a:p>
          <a:p>
            <a:r>
              <a:rPr lang="en-US" altLang="zh-CN"/>
              <a:t>	Using a fixed prompt template</a:t>
            </a:r>
            <a:endParaRPr lang="en-US" altLang="zh-CN"/>
          </a:p>
          <a:p>
            <a:r>
              <a:rPr lang="en-US" altLang="zh-CN"/>
              <a:t>	Using consistent color and lighting descriptions</a:t>
            </a:r>
            <a:endParaRPr lang="en-US" altLang="zh-CN"/>
          </a:p>
          <a:p>
            <a:r>
              <a:rPr lang="en-US" altLang="zh-CN"/>
              <a:t>	Controlling seed values</a:t>
            </a:r>
            <a:endParaRPr lang="en-US" altLang="zh-CN"/>
          </a:p>
          <a:p>
            <a:r>
              <a:rPr lang="en-US" altLang="zh-CN"/>
              <a:t>	Using reference images</a:t>
            </a:r>
            <a:endParaRPr lang="en-US" altLang="zh-CN"/>
          </a:p>
          <a:p>
            <a:endParaRPr lang="en-US" altLang="zh-CN"/>
          </a:p>
        </p:txBody>
      </p:sp>
    </p:spTree>
    <p:custDataLst>
      <p:tags r:id="rId2"/>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4. Project Goals</a:t>
            </a:r>
            <a:endParaRPr lang="en-US" altLang="zh-CN"/>
          </a:p>
        </p:txBody>
      </p:sp>
      <p:sp>
        <p:nvSpPr>
          <p:cNvPr id="3" name="内容占位符 2"/>
          <p:cNvSpPr>
            <a:spLocks noGrp="1"/>
          </p:cNvSpPr>
          <p:nvPr>
            <p:ph idx="1"/>
            <p:custDataLst>
              <p:tags r:id="rId2"/>
            </p:custDataLst>
          </p:nvPr>
        </p:nvSpPr>
        <p:spPr/>
        <p:txBody>
          <a:bodyPr/>
          <a:p>
            <a:r>
              <a:rPr lang="en-US" altLang="zh-CN" sz="2000"/>
              <a:t>Goal 1: Build a Working Pipeline</a:t>
            </a:r>
            <a:endParaRPr lang="en-US" altLang="zh-CN" sz="2000"/>
          </a:p>
          <a:p>
            <a:r>
              <a:rPr lang="en-US" altLang="zh-CN" sz="2000"/>
              <a:t>Goal 2: Generate Interesting and Coherent Short Films</a:t>
            </a:r>
            <a:endParaRPr lang="en-US" altLang="zh-CN" sz="2000"/>
          </a:p>
          <a:p>
            <a:r>
              <a:rPr lang="en-US" altLang="zh-CN" sz="2000"/>
              <a:t>Goal 3: Achieve Style Consistency Control</a:t>
            </a:r>
            <a:endParaRPr lang="en-US" altLang="zh-CN" sz="2000"/>
          </a:p>
        </p:txBody>
      </p:sp>
    </p:spTree>
    <p:custDataLst>
      <p:tags r:id="rId3"/>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111"/>
  <p:tag name="KSO_WM_UNIT_HIGHLIGHT" val="0"/>
  <p:tag name="KSO_WM_UNIT_COMPATIBLE" val="0"/>
  <p:tag name="KSO_WM_UNIT_DIAGRAM_ISNUMVISUAL" val="0"/>
  <p:tag name="KSO_WM_UNIT_DIAGRAM_ISREFERUNIT" val="0"/>
  <p:tag name="KSO_WM_UNIT_TYPE" val="b"/>
  <p:tag name="KSO_WM_UNIT_INDEX" val="1"/>
  <p:tag name="KSO_WM_UNIT_ID" val="custom20205081_1*b*1"/>
  <p:tag name="KSO_WM_TEMPLATE_CATEGORY" val="custom"/>
  <p:tag name="KSO_WM_TEMPLATE_INDEX" val="20205081"/>
  <p:tag name="KSO_WM_UNIT_LAYERLEVEL" val="1"/>
  <p:tag name="KSO_WM_TAG_VERSION" val="1.0"/>
  <p:tag name="KSO_WM_BEAUTIFY_FLAG" val="#wm#"/>
</p:tagLst>
</file>

<file path=ppt/tags/tag65.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8.xml><?xml version="1.0" encoding="utf-8"?>
<p:tagLst xmlns:p="http://schemas.openxmlformats.org/presentationml/2006/main">
  <p:tag name="KSO_WM_BEAUTIFY_FLAG" val="#wm#"/>
  <p:tag name="KSO_WM_TEMPLATE_CATEGORY" val="custom"/>
  <p:tag name="KSO_WM_TEMPLATE_INDEX" val="20205081"/>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1.xml><?xml version="1.0" encoding="utf-8"?>
<p:tagLst xmlns:p="http://schemas.openxmlformats.org/presentationml/2006/main">
  <p:tag name="KSO_WM_BEAUTIFY_FLAG" val="#wm#"/>
  <p:tag name="KSO_WM_TEMPLATE_CATEGORY" val="custom"/>
  <p:tag name="KSO_WM_TEMPLATE_INDEX" val="20205081"/>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3.xml><?xml version="1.0" encoding="utf-8"?>
<p:tagLst xmlns:p="http://schemas.openxmlformats.org/presentationml/2006/main">
  <p:tag name="KSO_WM_BEAUTIFY_FLAG" val="#wm#"/>
  <p:tag name="KSO_WM_TEMPLATE_CATEGORY" val="custom"/>
  <p:tag name="KSO_WM_TEMPLATE_INDEX" val="20205081"/>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5.xml><?xml version="1.0" encoding="utf-8"?>
<p:tagLst xmlns:p="http://schemas.openxmlformats.org/presentationml/2006/main">
  <p:tag name="KSO_WM_BEAUTIFY_FLAG" val="#wm#"/>
  <p:tag name="KSO_WM_TEMPLATE_CATEGORY" val="custom"/>
  <p:tag name="KSO_WM_TEMPLATE_INDEX" val="20205081"/>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8.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2598</Words>
  <Application>WPS 演示</Application>
  <PresentationFormat>宽屏</PresentationFormat>
  <Paragraphs>99</Paragraphs>
  <Slides>6</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6</vt:i4>
      </vt:variant>
    </vt:vector>
  </HeadingPairs>
  <TitlesOfParts>
    <vt:vector size="14" baseType="lpstr">
      <vt:lpstr>Arial</vt:lpstr>
      <vt:lpstr>宋体</vt:lpstr>
      <vt:lpstr>Wingdings</vt:lpstr>
      <vt:lpstr>Wingdings</vt:lpstr>
      <vt:lpstr>微软雅黑</vt:lpstr>
      <vt:lpstr>Arial Unicode MS</vt:lpstr>
      <vt:lpstr>Calibri</vt:lpstr>
      <vt:lpstr>WPS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YuXuannn</cp:lastModifiedBy>
  <cp:revision>157</cp:revision>
  <dcterms:created xsi:type="dcterms:W3CDTF">2019-06-19T02:08:00Z</dcterms:created>
  <dcterms:modified xsi:type="dcterms:W3CDTF">2026-03-04T10:19:56Z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FF2E108E65494498BE976DF5FC6BA715_11</vt:lpwstr>
  </property>
</Properties>
</file>